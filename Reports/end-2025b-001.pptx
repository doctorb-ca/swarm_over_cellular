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66" r:id="rId6"/>
    <p:sldId id="262" r:id="rId7"/>
    <p:sldId id="259" r:id="rId8"/>
    <p:sldId id="264" r:id="rId9"/>
    <p:sldId id="263" r:id="rId10"/>
    <p:sldId id="26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CE8E5E-B295-451A-BC86-36A3B20A050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2FA0F9-1A38-467C-9590-45684BF5B2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my project?</a:t>
          </a:r>
        </a:p>
      </dgm:t>
    </dgm:pt>
    <dgm:pt modelId="{A366135E-4CB1-4114-A513-2239503F1FC8}" type="parTrans" cxnId="{AA2C99BC-E701-4A9E-8B5A-F42A02B25372}">
      <dgm:prSet/>
      <dgm:spPr/>
      <dgm:t>
        <a:bodyPr/>
        <a:lstStyle/>
        <a:p>
          <a:endParaRPr lang="en-US"/>
        </a:p>
      </dgm:t>
    </dgm:pt>
    <dgm:pt modelId="{A3706599-C163-4586-BF5E-FE0A4C5EADD7}" type="sibTrans" cxnId="{AA2C99BC-E701-4A9E-8B5A-F42A02B25372}">
      <dgm:prSet/>
      <dgm:spPr/>
      <dgm:t>
        <a:bodyPr/>
        <a:lstStyle/>
        <a:p>
          <a:endParaRPr lang="en-US"/>
        </a:p>
      </dgm:t>
    </dgm:pt>
    <dgm:pt modelId="{614417C5-C6C7-4AE9-A25A-FFB5AF6CF4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problems I had</a:t>
          </a:r>
        </a:p>
      </dgm:t>
    </dgm:pt>
    <dgm:pt modelId="{AAF9D5B7-D0A5-4B07-BD10-5AABC25CE3AA}" type="parTrans" cxnId="{4043150E-FFCB-4EFA-AC67-478E29832DC7}">
      <dgm:prSet/>
      <dgm:spPr/>
      <dgm:t>
        <a:bodyPr/>
        <a:lstStyle/>
        <a:p>
          <a:endParaRPr lang="en-US"/>
        </a:p>
      </dgm:t>
    </dgm:pt>
    <dgm:pt modelId="{866348AC-98E9-4811-9B99-CC74B4F0F3CF}" type="sibTrans" cxnId="{4043150E-FFCB-4EFA-AC67-478E29832DC7}">
      <dgm:prSet/>
      <dgm:spPr/>
      <dgm:t>
        <a:bodyPr/>
        <a:lstStyle/>
        <a:p>
          <a:endParaRPr lang="en-US"/>
        </a:p>
      </dgm:t>
    </dgm:pt>
    <dgm:pt modelId="{7A146CB2-7C35-4819-A4FA-80A3119D28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Solutions</a:t>
          </a:r>
        </a:p>
      </dgm:t>
    </dgm:pt>
    <dgm:pt modelId="{6D6877C8-9822-479E-A23D-A679112652E8}" type="parTrans" cxnId="{CD58BEE5-2036-4CC9-BBF1-ACBDEF6DF2D5}">
      <dgm:prSet/>
      <dgm:spPr/>
      <dgm:t>
        <a:bodyPr/>
        <a:lstStyle/>
        <a:p>
          <a:endParaRPr lang="en-US"/>
        </a:p>
      </dgm:t>
    </dgm:pt>
    <dgm:pt modelId="{C5A8BA04-B680-492B-8FFA-4EAC263A1177}" type="sibTrans" cxnId="{CD58BEE5-2036-4CC9-BBF1-ACBDEF6DF2D5}">
      <dgm:prSet/>
      <dgm:spPr/>
      <dgm:t>
        <a:bodyPr/>
        <a:lstStyle/>
        <a:p>
          <a:endParaRPr lang="en-US"/>
        </a:p>
      </dgm:t>
    </dgm:pt>
    <dgm:pt modelId="{15D6C0EB-9298-42E4-9268-5626787393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Work </a:t>
          </a:r>
        </a:p>
      </dgm:t>
    </dgm:pt>
    <dgm:pt modelId="{10948338-59EC-4B43-8536-0A1400F1EDA7}" type="parTrans" cxnId="{49015A08-E0A5-40D3-B656-F1B8AFAEA6F0}">
      <dgm:prSet/>
      <dgm:spPr/>
      <dgm:t>
        <a:bodyPr/>
        <a:lstStyle/>
        <a:p>
          <a:endParaRPr lang="en-US"/>
        </a:p>
      </dgm:t>
    </dgm:pt>
    <dgm:pt modelId="{E15C7967-C75E-4B85-8E98-F61075576F57}" type="sibTrans" cxnId="{49015A08-E0A5-40D3-B656-F1B8AFAEA6F0}">
      <dgm:prSet/>
      <dgm:spPr/>
      <dgm:t>
        <a:bodyPr/>
        <a:lstStyle/>
        <a:p>
          <a:endParaRPr lang="en-US"/>
        </a:p>
      </dgm:t>
    </dgm:pt>
    <dgm:pt modelId="{B50BCBE5-6A13-40AB-BBAE-646ED427B1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cat</a:t>
          </a:r>
        </a:p>
      </dgm:t>
    </dgm:pt>
    <dgm:pt modelId="{CBB9A050-2BA8-438D-950D-B82EBCCA79DE}" type="parTrans" cxnId="{574B7232-AE31-46D2-8DDE-92EF57A770FF}">
      <dgm:prSet/>
      <dgm:spPr/>
      <dgm:t>
        <a:bodyPr/>
        <a:lstStyle/>
        <a:p>
          <a:endParaRPr lang="en-US"/>
        </a:p>
      </dgm:t>
    </dgm:pt>
    <dgm:pt modelId="{3C6A0066-5C81-4AE0-93A3-8E08E6D4C40A}" type="sibTrans" cxnId="{574B7232-AE31-46D2-8DDE-92EF57A770FF}">
      <dgm:prSet/>
      <dgm:spPr/>
      <dgm:t>
        <a:bodyPr/>
        <a:lstStyle/>
        <a:p>
          <a:endParaRPr lang="en-US"/>
        </a:p>
      </dgm:t>
    </dgm:pt>
    <dgm:pt modelId="{32FB0DDA-8995-4EEA-B86D-42190397F065}" type="pres">
      <dgm:prSet presAssocID="{04CE8E5E-B295-451A-BC86-36A3B20A0501}" presName="root" presStyleCnt="0">
        <dgm:presLayoutVars>
          <dgm:dir/>
          <dgm:resizeHandles val="exact"/>
        </dgm:presLayoutVars>
      </dgm:prSet>
      <dgm:spPr/>
    </dgm:pt>
    <dgm:pt modelId="{4DEFF5A1-EAD9-441B-9DCE-4DD715EEB34E}" type="pres">
      <dgm:prSet presAssocID="{A82FA0F9-1A38-467C-9590-45684BF5B2A9}" presName="compNode" presStyleCnt="0"/>
      <dgm:spPr/>
    </dgm:pt>
    <dgm:pt modelId="{63D97341-8035-475F-96FC-56C168988BC6}" type="pres">
      <dgm:prSet presAssocID="{A82FA0F9-1A38-467C-9590-45684BF5B2A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1569DBF-E631-4045-B63E-EAD8837986F0}" type="pres">
      <dgm:prSet presAssocID="{A82FA0F9-1A38-467C-9590-45684BF5B2A9}" presName="spaceRect" presStyleCnt="0"/>
      <dgm:spPr/>
    </dgm:pt>
    <dgm:pt modelId="{22142509-2676-45BD-89AD-AA17927B1754}" type="pres">
      <dgm:prSet presAssocID="{A82FA0F9-1A38-467C-9590-45684BF5B2A9}" presName="textRect" presStyleLbl="revTx" presStyleIdx="0" presStyleCnt="5">
        <dgm:presLayoutVars>
          <dgm:chMax val="1"/>
          <dgm:chPref val="1"/>
        </dgm:presLayoutVars>
      </dgm:prSet>
      <dgm:spPr/>
    </dgm:pt>
    <dgm:pt modelId="{7FAC09CF-9368-4B50-9670-97E6E8C98FB7}" type="pres">
      <dgm:prSet presAssocID="{A3706599-C163-4586-BF5E-FE0A4C5EADD7}" presName="sibTrans" presStyleCnt="0"/>
      <dgm:spPr/>
    </dgm:pt>
    <dgm:pt modelId="{8F14A9AB-E5DD-429A-914C-959E2D3D89B2}" type="pres">
      <dgm:prSet presAssocID="{614417C5-C6C7-4AE9-A25A-FFB5AF6CF4FD}" presName="compNode" presStyleCnt="0"/>
      <dgm:spPr/>
    </dgm:pt>
    <dgm:pt modelId="{3166301A-10DD-46DE-874B-A1A988214164}" type="pres">
      <dgm:prSet presAssocID="{614417C5-C6C7-4AE9-A25A-FFB5AF6CF4F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13B88ED-8DB0-4C22-BC49-0F99180749FC}" type="pres">
      <dgm:prSet presAssocID="{614417C5-C6C7-4AE9-A25A-FFB5AF6CF4FD}" presName="spaceRect" presStyleCnt="0"/>
      <dgm:spPr/>
    </dgm:pt>
    <dgm:pt modelId="{C9912EC5-F304-40F5-BCAD-791E0E2299F0}" type="pres">
      <dgm:prSet presAssocID="{614417C5-C6C7-4AE9-A25A-FFB5AF6CF4FD}" presName="textRect" presStyleLbl="revTx" presStyleIdx="1" presStyleCnt="5">
        <dgm:presLayoutVars>
          <dgm:chMax val="1"/>
          <dgm:chPref val="1"/>
        </dgm:presLayoutVars>
      </dgm:prSet>
      <dgm:spPr/>
    </dgm:pt>
    <dgm:pt modelId="{2D816BE5-6F86-47EB-BABA-21CFFACED4BD}" type="pres">
      <dgm:prSet presAssocID="{866348AC-98E9-4811-9B99-CC74B4F0F3CF}" presName="sibTrans" presStyleCnt="0"/>
      <dgm:spPr/>
    </dgm:pt>
    <dgm:pt modelId="{A260D328-F296-44AC-A19A-12F5F566289A}" type="pres">
      <dgm:prSet presAssocID="{7A146CB2-7C35-4819-A4FA-80A3119D28C4}" presName="compNode" presStyleCnt="0"/>
      <dgm:spPr/>
    </dgm:pt>
    <dgm:pt modelId="{7FA20D76-ABF0-4CE6-BAF0-069620D019CF}" type="pres">
      <dgm:prSet presAssocID="{7A146CB2-7C35-4819-A4FA-80A3119D28C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F814C8B4-F834-42D5-A7AA-C294FAC2D82C}" type="pres">
      <dgm:prSet presAssocID="{7A146CB2-7C35-4819-A4FA-80A3119D28C4}" presName="spaceRect" presStyleCnt="0"/>
      <dgm:spPr/>
    </dgm:pt>
    <dgm:pt modelId="{58F3B21B-42AF-4B67-A080-016E28142295}" type="pres">
      <dgm:prSet presAssocID="{7A146CB2-7C35-4819-A4FA-80A3119D28C4}" presName="textRect" presStyleLbl="revTx" presStyleIdx="2" presStyleCnt="5">
        <dgm:presLayoutVars>
          <dgm:chMax val="1"/>
          <dgm:chPref val="1"/>
        </dgm:presLayoutVars>
      </dgm:prSet>
      <dgm:spPr/>
    </dgm:pt>
    <dgm:pt modelId="{1CBE6C68-A772-4573-8B18-7A533A5D9DCE}" type="pres">
      <dgm:prSet presAssocID="{C5A8BA04-B680-492B-8FFA-4EAC263A1177}" presName="sibTrans" presStyleCnt="0"/>
      <dgm:spPr/>
    </dgm:pt>
    <dgm:pt modelId="{A7917027-646B-4CD3-97CC-6242AC41EEC2}" type="pres">
      <dgm:prSet presAssocID="{15D6C0EB-9298-42E4-9268-562678739337}" presName="compNode" presStyleCnt="0"/>
      <dgm:spPr/>
    </dgm:pt>
    <dgm:pt modelId="{5A7D8C04-7815-435F-A9BD-186BC1665A2B}" type="pres">
      <dgm:prSet presAssocID="{15D6C0EB-9298-42E4-9268-56267873933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C27EDE3-4403-406B-B9FA-6F14888E48D4}" type="pres">
      <dgm:prSet presAssocID="{15D6C0EB-9298-42E4-9268-562678739337}" presName="spaceRect" presStyleCnt="0"/>
      <dgm:spPr/>
    </dgm:pt>
    <dgm:pt modelId="{4E1BEA2C-FD74-45CC-9AFD-F7A3B6927961}" type="pres">
      <dgm:prSet presAssocID="{15D6C0EB-9298-42E4-9268-562678739337}" presName="textRect" presStyleLbl="revTx" presStyleIdx="3" presStyleCnt="5">
        <dgm:presLayoutVars>
          <dgm:chMax val="1"/>
          <dgm:chPref val="1"/>
        </dgm:presLayoutVars>
      </dgm:prSet>
      <dgm:spPr/>
    </dgm:pt>
    <dgm:pt modelId="{26AD8EDE-A680-4642-AC6A-16409D8DA38B}" type="pres">
      <dgm:prSet presAssocID="{E15C7967-C75E-4B85-8E98-F61075576F57}" presName="sibTrans" presStyleCnt="0"/>
      <dgm:spPr/>
    </dgm:pt>
    <dgm:pt modelId="{2855A9E3-A50F-42F1-9E09-58140EB0DC4D}" type="pres">
      <dgm:prSet presAssocID="{B50BCBE5-6A13-40AB-BBAE-646ED427B1C4}" presName="compNode" presStyleCnt="0"/>
      <dgm:spPr/>
    </dgm:pt>
    <dgm:pt modelId="{59BA091D-B7E5-4EE4-85BC-552D73ABF58E}" type="pres">
      <dgm:prSet presAssocID="{B50BCBE5-6A13-40AB-BBAE-646ED427B1C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23D09D55-2D46-4875-9277-7B5887E5BABB}" type="pres">
      <dgm:prSet presAssocID="{B50BCBE5-6A13-40AB-BBAE-646ED427B1C4}" presName="spaceRect" presStyleCnt="0"/>
      <dgm:spPr/>
    </dgm:pt>
    <dgm:pt modelId="{7F2C78A8-CDB2-496A-947D-0393E2B2256E}" type="pres">
      <dgm:prSet presAssocID="{B50BCBE5-6A13-40AB-BBAE-646ED427B1C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9015A08-E0A5-40D3-B656-F1B8AFAEA6F0}" srcId="{04CE8E5E-B295-451A-BC86-36A3B20A0501}" destId="{15D6C0EB-9298-42E4-9268-562678739337}" srcOrd="3" destOrd="0" parTransId="{10948338-59EC-4B43-8536-0A1400F1EDA7}" sibTransId="{E15C7967-C75E-4B85-8E98-F61075576F57}"/>
    <dgm:cxn modelId="{4043150E-FFCB-4EFA-AC67-478E29832DC7}" srcId="{04CE8E5E-B295-451A-BC86-36A3B20A0501}" destId="{614417C5-C6C7-4AE9-A25A-FFB5AF6CF4FD}" srcOrd="1" destOrd="0" parTransId="{AAF9D5B7-D0A5-4B07-BD10-5AABC25CE3AA}" sibTransId="{866348AC-98E9-4811-9B99-CC74B4F0F3CF}"/>
    <dgm:cxn modelId="{DE228917-10D0-4890-AE6D-FEA9BF423D5E}" type="presOf" srcId="{614417C5-C6C7-4AE9-A25A-FFB5AF6CF4FD}" destId="{C9912EC5-F304-40F5-BCAD-791E0E2299F0}" srcOrd="0" destOrd="0" presId="urn:microsoft.com/office/officeart/2018/2/layout/IconLabelList"/>
    <dgm:cxn modelId="{F6058427-06BA-48A5-91CB-C04B36CE504A}" type="presOf" srcId="{A82FA0F9-1A38-467C-9590-45684BF5B2A9}" destId="{22142509-2676-45BD-89AD-AA17927B1754}" srcOrd="0" destOrd="0" presId="urn:microsoft.com/office/officeart/2018/2/layout/IconLabelList"/>
    <dgm:cxn modelId="{574B7232-AE31-46D2-8DDE-92EF57A770FF}" srcId="{04CE8E5E-B295-451A-BC86-36A3B20A0501}" destId="{B50BCBE5-6A13-40AB-BBAE-646ED427B1C4}" srcOrd="4" destOrd="0" parTransId="{CBB9A050-2BA8-438D-950D-B82EBCCA79DE}" sibTransId="{3C6A0066-5C81-4AE0-93A3-8E08E6D4C40A}"/>
    <dgm:cxn modelId="{26AAD26D-C3B7-46FB-A496-A240EE9340A0}" type="presOf" srcId="{15D6C0EB-9298-42E4-9268-562678739337}" destId="{4E1BEA2C-FD74-45CC-9AFD-F7A3B6927961}" srcOrd="0" destOrd="0" presId="urn:microsoft.com/office/officeart/2018/2/layout/IconLabelList"/>
    <dgm:cxn modelId="{3BBA3C59-8519-4F4E-9DBD-49584131A797}" type="presOf" srcId="{7A146CB2-7C35-4819-A4FA-80A3119D28C4}" destId="{58F3B21B-42AF-4B67-A080-016E28142295}" srcOrd="0" destOrd="0" presId="urn:microsoft.com/office/officeart/2018/2/layout/IconLabelList"/>
    <dgm:cxn modelId="{F8A67C93-A079-46B5-A9D4-A962C3A3E343}" type="presOf" srcId="{B50BCBE5-6A13-40AB-BBAE-646ED427B1C4}" destId="{7F2C78A8-CDB2-496A-947D-0393E2B2256E}" srcOrd="0" destOrd="0" presId="urn:microsoft.com/office/officeart/2018/2/layout/IconLabelList"/>
    <dgm:cxn modelId="{AA2C99BC-E701-4A9E-8B5A-F42A02B25372}" srcId="{04CE8E5E-B295-451A-BC86-36A3B20A0501}" destId="{A82FA0F9-1A38-467C-9590-45684BF5B2A9}" srcOrd="0" destOrd="0" parTransId="{A366135E-4CB1-4114-A513-2239503F1FC8}" sibTransId="{A3706599-C163-4586-BF5E-FE0A4C5EADD7}"/>
    <dgm:cxn modelId="{DA5073C8-0D27-4694-95F9-BA8B502BEA65}" type="presOf" srcId="{04CE8E5E-B295-451A-BC86-36A3B20A0501}" destId="{32FB0DDA-8995-4EEA-B86D-42190397F065}" srcOrd="0" destOrd="0" presId="urn:microsoft.com/office/officeart/2018/2/layout/IconLabelList"/>
    <dgm:cxn modelId="{CD58BEE5-2036-4CC9-BBF1-ACBDEF6DF2D5}" srcId="{04CE8E5E-B295-451A-BC86-36A3B20A0501}" destId="{7A146CB2-7C35-4819-A4FA-80A3119D28C4}" srcOrd="2" destOrd="0" parTransId="{6D6877C8-9822-479E-A23D-A679112652E8}" sibTransId="{C5A8BA04-B680-492B-8FFA-4EAC263A1177}"/>
    <dgm:cxn modelId="{8F9CDD82-6E4E-4263-A5E0-AC01F65577D7}" type="presParOf" srcId="{32FB0DDA-8995-4EEA-B86D-42190397F065}" destId="{4DEFF5A1-EAD9-441B-9DCE-4DD715EEB34E}" srcOrd="0" destOrd="0" presId="urn:microsoft.com/office/officeart/2018/2/layout/IconLabelList"/>
    <dgm:cxn modelId="{FD545944-AE93-4FE3-8EB2-BF8EF7D8B2B2}" type="presParOf" srcId="{4DEFF5A1-EAD9-441B-9DCE-4DD715EEB34E}" destId="{63D97341-8035-475F-96FC-56C168988BC6}" srcOrd="0" destOrd="0" presId="urn:microsoft.com/office/officeart/2018/2/layout/IconLabelList"/>
    <dgm:cxn modelId="{CEA1DE6B-90B6-4319-BB5F-18C925D42EF5}" type="presParOf" srcId="{4DEFF5A1-EAD9-441B-9DCE-4DD715EEB34E}" destId="{31569DBF-E631-4045-B63E-EAD8837986F0}" srcOrd="1" destOrd="0" presId="urn:microsoft.com/office/officeart/2018/2/layout/IconLabelList"/>
    <dgm:cxn modelId="{6E5D358E-CBC6-4A56-A3C8-7256415A62C2}" type="presParOf" srcId="{4DEFF5A1-EAD9-441B-9DCE-4DD715EEB34E}" destId="{22142509-2676-45BD-89AD-AA17927B1754}" srcOrd="2" destOrd="0" presId="urn:microsoft.com/office/officeart/2018/2/layout/IconLabelList"/>
    <dgm:cxn modelId="{96FF9D6E-D9EE-45BB-8542-40E8BA779045}" type="presParOf" srcId="{32FB0DDA-8995-4EEA-B86D-42190397F065}" destId="{7FAC09CF-9368-4B50-9670-97E6E8C98FB7}" srcOrd="1" destOrd="0" presId="urn:microsoft.com/office/officeart/2018/2/layout/IconLabelList"/>
    <dgm:cxn modelId="{DE45EF74-134D-4D88-BBEB-6ADFA9D3E473}" type="presParOf" srcId="{32FB0DDA-8995-4EEA-B86D-42190397F065}" destId="{8F14A9AB-E5DD-429A-914C-959E2D3D89B2}" srcOrd="2" destOrd="0" presId="urn:microsoft.com/office/officeart/2018/2/layout/IconLabelList"/>
    <dgm:cxn modelId="{1BEA573A-18EB-4654-9602-E352F724DAD9}" type="presParOf" srcId="{8F14A9AB-E5DD-429A-914C-959E2D3D89B2}" destId="{3166301A-10DD-46DE-874B-A1A988214164}" srcOrd="0" destOrd="0" presId="urn:microsoft.com/office/officeart/2018/2/layout/IconLabelList"/>
    <dgm:cxn modelId="{C506FEE2-0231-4C66-ABA4-030737D0B4F3}" type="presParOf" srcId="{8F14A9AB-E5DD-429A-914C-959E2D3D89B2}" destId="{813B88ED-8DB0-4C22-BC49-0F99180749FC}" srcOrd="1" destOrd="0" presId="urn:microsoft.com/office/officeart/2018/2/layout/IconLabelList"/>
    <dgm:cxn modelId="{D8A8BB73-828A-46FA-908C-2CF44A263EA8}" type="presParOf" srcId="{8F14A9AB-E5DD-429A-914C-959E2D3D89B2}" destId="{C9912EC5-F304-40F5-BCAD-791E0E2299F0}" srcOrd="2" destOrd="0" presId="urn:microsoft.com/office/officeart/2018/2/layout/IconLabelList"/>
    <dgm:cxn modelId="{D0571A36-16AE-4A13-ACEB-47682862A25B}" type="presParOf" srcId="{32FB0DDA-8995-4EEA-B86D-42190397F065}" destId="{2D816BE5-6F86-47EB-BABA-21CFFACED4BD}" srcOrd="3" destOrd="0" presId="urn:microsoft.com/office/officeart/2018/2/layout/IconLabelList"/>
    <dgm:cxn modelId="{36EE5E51-F108-4927-8BA1-9E28D25E9462}" type="presParOf" srcId="{32FB0DDA-8995-4EEA-B86D-42190397F065}" destId="{A260D328-F296-44AC-A19A-12F5F566289A}" srcOrd="4" destOrd="0" presId="urn:microsoft.com/office/officeart/2018/2/layout/IconLabelList"/>
    <dgm:cxn modelId="{E6873CDD-8411-446D-86CB-8E4FD675AED0}" type="presParOf" srcId="{A260D328-F296-44AC-A19A-12F5F566289A}" destId="{7FA20D76-ABF0-4CE6-BAF0-069620D019CF}" srcOrd="0" destOrd="0" presId="urn:microsoft.com/office/officeart/2018/2/layout/IconLabelList"/>
    <dgm:cxn modelId="{DB84B2A1-C0CD-4A50-A3C6-E1F1D3420533}" type="presParOf" srcId="{A260D328-F296-44AC-A19A-12F5F566289A}" destId="{F814C8B4-F834-42D5-A7AA-C294FAC2D82C}" srcOrd="1" destOrd="0" presId="urn:microsoft.com/office/officeart/2018/2/layout/IconLabelList"/>
    <dgm:cxn modelId="{A5F74D87-464B-46C0-BB92-7715007E452A}" type="presParOf" srcId="{A260D328-F296-44AC-A19A-12F5F566289A}" destId="{58F3B21B-42AF-4B67-A080-016E28142295}" srcOrd="2" destOrd="0" presId="urn:microsoft.com/office/officeart/2018/2/layout/IconLabelList"/>
    <dgm:cxn modelId="{0CACE2D3-0E58-465D-8162-3E9545794C88}" type="presParOf" srcId="{32FB0DDA-8995-4EEA-B86D-42190397F065}" destId="{1CBE6C68-A772-4573-8B18-7A533A5D9DCE}" srcOrd="5" destOrd="0" presId="urn:microsoft.com/office/officeart/2018/2/layout/IconLabelList"/>
    <dgm:cxn modelId="{1304F589-BD77-460E-8CDE-E972C6B046C2}" type="presParOf" srcId="{32FB0DDA-8995-4EEA-B86D-42190397F065}" destId="{A7917027-646B-4CD3-97CC-6242AC41EEC2}" srcOrd="6" destOrd="0" presId="urn:microsoft.com/office/officeart/2018/2/layout/IconLabelList"/>
    <dgm:cxn modelId="{BAE9354B-35C3-4E00-A969-25508DE8A7BF}" type="presParOf" srcId="{A7917027-646B-4CD3-97CC-6242AC41EEC2}" destId="{5A7D8C04-7815-435F-A9BD-186BC1665A2B}" srcOrd="0" destOrd="0" presId="urn:microsoft.com/office/officeart/2018/2/layout/IconLabelList"/>
    <dgm:cxn modelId="{BD646DB1-374A-4121-8A3C-1D6E3283FC8D}" type="presParOf" srcId="{A7917027-646B-4CD3-97CC-6242AC41EEC2}" destId="{2C27EDE3-4403-406B-B9FA-6F14888E48D4}" srcOrd="1" destOrd="0" presId="urn:microsoft.com/office/officeart/2018/2/layout/IconLabelList"/>
    <dgm:cxn modelId="{E14B9CAF-0C59-4580-8C70-439C6C883C2D}" type="presParOf" srcId="{A7917027-646B-4CD3-97CC-6242AC41EEC2}" destId="{4E1BEA2C-FD74-45CC-9AFD-F7A3B6927961}" srcOrd="2" destOrd="0" presId="urn:microsoft.com/office/officeart/2018/2/layout/IconLabelList"/>
    <dgm:cxn modelId="{AEB570F4-F17E-4F80-A63A-B775EB0B78EE}" type="presParOf" srcId="{32FB0DDA-8995-4EEA-B86D-42190397F065}" destId="{26AD8EDE-A680-4642-AC6A-16409D8DA38B}" srcOrd="7" destOrd="0" presId="urn:microsoft.com/office/officeart/2018/2/layout/IconLabelList"/>
    <dgm:cxn modelId="{24D1FD17-ED9A-496A-9883-021CEF2470ED}" type="presParOf" srcId="{32FB0DDA-8995-4EEA-B86D-42190397F065}" destId="{2855A9E3-A50F-42F1-9E09-58140EB0DC4D}" srcOrd="8" destOrd="0" presId="urn:microsoft.com/office/officeart/2018/2/layout/IconLabelList"/>
    <dgm:cxn modelId="{6646D6C3-2ED9-42F2-A428-0039FE257B52}" type="presParOf" srcId="{2855A9E3-A50F-42F1-9E09-58140EB0DC4D}" destId="{59BA091D-B7E5-4EE4-85BC-552D73ABF58E}" srcOrd="0" destOrd="0" presId="urn:microsoft.com/office/officeart/2018/2/layout/IconLabelList"/>
    <dgm:cxn modelId="{20D4779A-B74C-4C85-A8BA-563B8C06E63D}" type="presParOf" srcId="{2855A9E3-A50F-42F1-9E09-58140EB0DC4D}" destId="{23D09D55-2D46-4875-9277-7B5887E5BABB}" srcOrd="1" destOrd="0" presId="urn:microsoft.com/office/officeart/2018/2/layout/IconLabelList"/>
    <dgm:cxn modelId="{585C0DB6-EA74-4AEC-91B3-11E14AE99229}" type="presParOf" srcId="{2855A9E3-A50F-42F1-9E09-58140EB0DC4D}" destId="{7F2C78A8-CDB2-496A-947D-0393E2B2256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D97341-8035-475F-96FC-56C168988BC6}">
      <dsp:nvSpPr>
        <dsp:cNvPr id="0" name=""/>
        <dsp:cNvSpPr/>
      </dsp:nvSpPr>
      <dsp:spPr>
        <a:xfrm>
          <a:off x="62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42509-2676-45BD-89AD-AA17927B1754}">
      <dsp:nvSpPr>
        <dsp:cNvPr id="0" name=""/>
        <dsp:cNvSpPr/>
      </dsp:nvSpPr>
      <dsp:spPr>
        <a:xfrm>
          <a:off x="12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is my project?</a:t>
          </a:r>
        </a:p>
      </dsp:txBody>
      <dsp:txXfrm>
        <a:off x="127800" y="2355670"/>
        <a:ext cx="1800000" cy="720000"/>
      </dsp:txXfrm>
    </dsp:sp>
    <dsp:sp modelId="{3166301A-10DD-46DE-874B-A1A988214164}">
      <dsp:nvSpPr>
        <dsp:cNvPr id="0" name=""/>
        <dsp:cNvSpPr/>
      </dsp:nvSpPr>
      <dsp:spPr>
        <a:xfrm>
          <a:off x="273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12EC5-F304-40F5-BCAD-791E0E2299F0}">
      <dsp:nvSpPr>
        <dsp:cNvPr id="0" name=""/>
        <dsp:cNvSpPr/>
      </dsp:nvSpPr>
      <dsp:spPr>
        <a:xfrm>
          <a:off x="224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problems I had</a:t>
          </a:r>
        </a:p>
      </dsp:txBody>
      <dsp:txXfrm>
        <a:off x="2242800" y="2355670"/>
        <a:ext cx="1800000" cy="720000"/>
      </dsp:txXfrm>
    </dsp:sp>
    <dsp:sp modelId="{7FA20D76-ABF0-4CE6-BAF0-069620D019CF}">
      <dsp:nvSpPr>
        <dsp:cNvPr id="0" name=""/>
        <dsp:cNvSpPr/>
      </dsp:nvSpPr>
      <dsp:spPr>
        <a:xfrm>
          <a:off x="485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F3B21B-42AF-4B67-A080-016E28142295}">
      <dsp:nvSpPr>
        <dsp:cNvPr id="0" name=""/>
        <dsp:cNvSpPr/>
      </dsp:nvSpPr>
      <dsp:spPr>
        <a:xfrm>
          <a:off x="435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Solutions</a:t>
          </a:r>
        </a:p>
      </dsp:txBody>
      <dsp:txXfrm>
        <a:off x="4357800" y="2355670"/>
        <a:ext cx="1800000" cy="720000"/>
      </dsp:txXfrm>
    </dsp:sp>
    <dsp:sp modelId="{5A7D8C04-7815-435F-A9BD-186BC1665A2B}">
      <dsp:nvSpPr>
        <dsp:cNvPr id="0" name=""/>
        <dsp:cNvSpPr/>
      </dsp:nvSpPr>
      <dsp:spPr>
        <a:xfrm>
          <a:off x="696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BEA2C-FD74-45CC-9AFD-F7A3B6927961}">
      <dsp:nvSpPr>
        <dsp:cNvPr id="0" name=""/>
        <dsp:cNvSpPr/>
      </dsp:nvSpPr>
      <dsp:spPr>
        <a:xfrm>
          <a:off x="647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Future Work </a:t>
          </a:r>
        </a:p>
      </dsp:txBody>
      <dsp:txXfrm>
        <a:off x="6472800" y="2355670"/>
        <a:ext cx="1800000" cy="720000"/>
      </dsp:txXfrm>
    </dsp:sp>
    <dsp:sp modelId="{59BA091D-B7E5-4EE4-85BC-552D73ABF58E}">
      <dsp:nvSpPr>
        <dsp:cNvPr id="0" name=""/>
        <dsp:cNvSpPr/>
      </dsp:nvSpPr>
      <dsp:spPr>
        <a:xfrm>
          <a:off x="908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C78A8-CDB2-496A-947D-0393E2B2256E}">
      <dsp:nvSpPr>
        <dsp:cNvPr id="0" name=""/>
        <dsp:cNvSpPr/>
      </dsp:nvSpPr>
      <dsp:spPr>
        <a:xfrm>
          <a:off x="858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cat</a:t>
          </a:r>
        </a:p>
      </dsp:txBody>
      <dsp:txXfrm>
        <a:off x="8587800" y="235567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F309A-6583-440B-B9EB-30C3F08BD78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0CCF5-02C7-4550-8E32-AB5758AA90A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989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0CCF5-02C7-4550-8E32-AB5758AA90AE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9383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0CCF5-02C7-4550-8E32-AB5758AA90AE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236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523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553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477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504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8286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7311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71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5724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226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9107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738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DA1F4-80F5-4281-830B-321B76E6B302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D9914-7F99-43C6-9E9C-600D7B190A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43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Free White Background PowerPoint &amp; Google Slides">
            <a:extLst>
              <a:ext uri="{FF2B5EF4-FFF2-40B4-BE49-F238E27FC236}">
                <a16:creationId xmlns:a16="http://schemas.microsoft.com/office/drawing/2014/main" id="{746E7B24-3EC0-5288-C093-E6D0A3642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528FA2-8C85-4506-B8B8-A9A1B351C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0470"/>
            <a:ext cx="9144000" cy="2387600"/>
          </a:xfrm>
        </p:spPr>
        <p:txBody>
          <a:bodyPr/>
          <a:lstStyle/>
          <a:p>
            <a:r>
              <a:rPr lang="en-US" dirty="0"/>
              <a:t>End project presentation	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81514-F402-F3AF-3091-97F1A5291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Bar-Bar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91177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D7F0D-1FF7-021F-D8C8-E0570AA0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have on the menu</a:t>
            </a:r>
            <a:endParaRPr lang="en-I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BEB172-D5A7-8ED3-22CC-90A2E4FF22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589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92C47-341F-3F3B-871D-A3B6D1042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112600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even my project about?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2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4962E-EEFA-FF44-B612-9042B1DBE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introduction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38BE7-E9FF-06DC-4093-3AEAE1060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642185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Normal drone work with Wi-Fi technology. </a:t>
            </a:r>
          </a:p>
          <a:p>
            <a:r>
              <a:rPr lang="en-US" sz="2000" dirty="0"/>
              <a:t>Cheap</a:t>
            </a:r>
          </a:p>
          <a:p>
            <a:r>
              <a:rPr lang="en-US" sz="2000" dirty="0"/>
              <a:t>Reliable</a:t>
            </a:r>
          </a:p>
          <a:p>
            <a:r>
              <a:rPr lang="en-US" sz="2000" dirty="0"/>
              <a:t>BUT : short range</a:t>
            </a:r>
          </a:p>
        </p:txBody>
      </p:sp>
      <p:pic>
        <p:nvPicPr>
          <p:cNvPr id="5" name="Picture 4" descr="Drone flying over a field">
            <a:extLst>
              <a:ext uri="{FF2B5EF4-FFF2-40B4-BE49-F238E27FC236}">
                <a16:creationId xmlns:a16="http://schemas.microsoft.com/office/drawing/2014/main" id="{68EEB594-E985-9A5F-5646-844E321F9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47" r="14053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3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92C55-BE05-FD36-4ACC-A71C58AA8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My approach</a:t>
            </a:r>
            <a:endParaRPr lang="en-IL" sz="3600">
              <a:solidFill>
                <a:schemeClr val="tx2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969DF-492D-151C-34BC-B4741D028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Building a patch for commercial drones</a:t>
            </a:r>
          </a:p>
          <a:p>
            <a:r>
              <a:rPr lang="en-US" sz="2000">
                <a:solidFill>
                  <a:schemeClr val="tx2"/>
                </a:solidFill>
              </a:rPr>
              <a:t>Cellular</a:t>
            </a:r>
          </a:p>
          <a:p>
            <a:r>
              <a:rPr lang="en-US" sz="2000">
                <a:solidFill>
                  <a:schemeClr val="tx2"/>
                </a:solidFill>
              </a:rPr>
              <a:t>Low cost</a:t>
            </a:r>
          </a:p>
          <a:p>
            <a:r>
              <a:rPr lang="en-US" sz="2000">
                <a:solidFill>
                  <a:schemeClr val="tx2"/>
                </a:solidFill>
              </a:rPr>
              <a:t>Controlling a mesh</a:t>
            </a:r>
          </a:p>
          <a:p>
            <a:endParaRPr lang="en-IL" sz="2000">
              <a:solidFill>
                <a:schemeClr val="tx2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4" y="3658536"/>
            <a:ext cx="3655725" cy="2743201"/>
            <a:chOff x="-305" y="-1"/>
            <a:chExt cx="3832880" cy="2876136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85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0F14-BAD3-E2AE-F940-FA248351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architecture look</a:t>
            </a:r>
            <a:endParaRPr lang="en-IL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EC9E42-20EC-876A-9E5D-BD6FACE31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5313"/>
            <a:ext cx="10515600" cy="42719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F8B32C-7186-2541-9AAD-72F6C1C3D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79" y="1600200"/>
            <a:ext cx="1357414" cy="525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C82A72-A1D9-C2D7-6998-BB7F71856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647" y="3293534"/>
            <a:ext cx="2094650" cy="3199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EB7804-19FB-5669-03E1-1A2C67F95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296" y="2937935"/>
            <a:ext cx="2028575" cy="3199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8A1BB-ED60-52FC-8FB5-2CF011651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392" y="1690687"/>
            <a:ext cx="4673448" cy="1602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A2E088-AF73-BD40-5382-8458CFD77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392" y="1600200"/>
            <a:ext cx="918995" cy="5257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DD69F4-13F8-2DAF-92B3-8B31F23A5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194" y="1372394"/>
            <a:ext cx="2860197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2BBAA-7E20-1662-0DA2-3E3063F0A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Video!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B0B49-A57E-3EFF-7CCE-C34810408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94136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BAB45-E635-A1AC-0CD8-FEF696DE7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PROBLOMS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3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71F36-0491-FE0E-1F30-1E059B62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(CGNAT)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16F8-17D0-96FF-ED1F-C6362B1C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59003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C4D38-4D8C-6CB9-5DCB-13FEB00A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-265390"/>
            <a:ext cx="5801917" cy="2228760"/>
          </a:xfrm>
        </p:spPr>
        <p:txBody>
          <a:bodyPr anchor="b">
            <a:normAutofit/>
          </a:bodyPr>
          <a:lstStyle/>
          <a:p>
            <a:r>
              <a:rPr lang="en-US" sz="4000" dirty="0"/>
              <a:t>UNDER VOLT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11D7D-0857-B7A7-959C-333572F2B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2233409"/>
            <a:ext cx="5801917" cy="2057045"/>
          </a:xfrm>
        </p:spPr>
        <p:txBody>
          <a:bodyPr>
            <a:normAutofit/>
          </a:bodyPr>
          <a:lstStyle/>
          <a:p>
            <a:r>
              <a:rPr lang="en-US" sz="2000" dirty="0"/>
              <a:t>Not enough power</a:t>
            </a:r>
          </a:p>
          <a:p>
            <a:r>
              <a:rPr lang="en-US" sz="2000" dirty="0"/>
              <a:t>Heavy</a:t>
            </a:r>
          </a:p>
          <a:p>
            <a:r>
              <a:rPr lang="en-US" sz="2000" dirty="0"/>
              <a:t>Pricy</a:t>
            </a:r>
          </a:p>
          <a:p>
            <a:endParaRPr lang="en-US" sz="2000" dirty="0"/>
          </a:p>
          <a:p>
            <a:r>
              <a:rPr lang="en-US" sz="2000" dirty="0"/>
              <a:t>Solution: stronger drone (Hawk)</a:t>
            </a:r>
            <a:endParaRPr lang="en-IL" sz="2000" dirty="0"/>
          </a:p>
        </p:txBody>
      </p:sp>
      <p:pic>
        <p:nvPicPr>
          <p:cNvPr id="9" name="Graphic 8" descr="High Voltage">
            <a:extLst>
              <a:ext uri="{FF2B5EF4-FFF2-40B4-BE49-F238E27FC236}">
                <a16:creationId xmlns:a16="http://schemas.microsoft.com/office/drawing/2014/main" id="{054AA6EE-2647-4667-9858-DCEBDD176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5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246F-3F61-0A82-FF9C-8097042E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F17AD0B-1EA5-55DE-1999-8E21A6F29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962" y="0"/>
            <a:ext cx="13716000" cy="6858000"/>
          </a:xfrm>
          <a:prstGeom prst="rect">
            <a:avLst/>
          </a:prstGeom>
        </p:spPr>
      </p:pic>
      <p:sp>
        <p:nvSpPr>
          <p:cNvPr id="4" name="AutoShape 2" descr="A Ginger Cat Sitting On Top Of A Rotating Robot Vacuum Cleaner In The  Living Room Modern Technology On Home Appliance Concept Photo And Picture  For Free Download - Pngtree">
            <a:extLst>
              <a:ext uri="{FF2B5EF4-FFF2-40B4-BE49-F238E27FC236}">
                <a16:creationId xmlns:a16="http://schemas.microsoft.com/office/drawing/2014/main" id="{9D058F42-8A90-3BD6-AA3A-6342099D65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0170" y="250811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9DB3B-38A5-A71B-6F9D-DFB42E03DE07}"/>
              </a:ext>
            </a:extLst>
          </p:cNvPr>
          <p:cNvSpPr txBox="1"/>
          <p:nvPr/>
        </p:nvSpPr>
        <p:spPr>
          <a:xfrm>
            <a:off x="3803515" y="2665632"/>
            <a:ext cx="36186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Georgia" panose="02040502050405020303" pitchFamily="18" charset="0"/>
              </a:rPr>
              <a:t>Thank you very meow!</a:t>
            </a:r>
            <a:endParaRPr lang="en-IL" sz="4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765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309</TotalTime>
  <Words>93</Words>
  <Application>Microsoft Office PowerPoint</Application>
  <PresentationFormat>Widescreen</PresentationFormat>
  <Paragraphs>32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Georgia</vt:lpstr>
      <vt:lpstr>Office Theme</vt:lpstr>
      <vt:lpstr>End project presentation </vt:lpstr>
      <vt:lpstr>What we have on the menu</vt:lpstr>
      <vt:lpstr>What is even my project about?</vt:lpstr>
      <vt:lpstr>introduction</vt:lpstr>
      <vt:lpstr>My approach</vt:lpstr>
      <vt:lpstr>How the architecture look</vt:lpstr>
      <vt:lpstr>Video!</vt:lpstr>
      <vt:lpstr>PROBLOMS</vt:lpstr>
      <vt:lpstr>NAT (CGNAT)</vt:lpstr>
      <vt:lpstr>UNDER VOLT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בר כהן אהרונסון</dc:creator>
  <cp:lastModifiedBy>בר כהן אהרונסון</cp:lastModifiedBy>
  <cp:revision>6</cp:revision>
  <dcterms:created xsi:type="dcterms:W3CDTF">2026-02-18T10:14:16Z</dcterms:created>
  <dcterms:modified xsi:type="dcterms:W3CDTF">2026-02-18T15:23:46Z</dcterms:modified>
</cp:coreProperties>
</file>